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Montserrat Bold" panose="00000800000000000000"/>
      <p:bold r:id="rId14"/>
    </p:embeddedFont>
    <p:embeddedFont>
      <p:font typeface="Montserrat" panose="00000500000000000000"/>
      <p:regular r:id="rId15"/>
    </p:embeddedFont>
    <p:embeddedFont>
      <p:font typeface="Roboto Bold" panose="02000000000000000000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872211" y="-2776467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8947" y="698191"/>
            <a:ext cx="11878064" cy="696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70"/>
              </a:lnSpc>
              <a:spcBef>
                <a:spcPct val="0"/>
              </a:spcBef>
            </a:pPr>
            <a:r>
              <a:rPr lang="en-US" sz="9905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Alur Proses Sistem Transaksi Keluar/Masuk Barang</a:t>
            </a:r>
            <a:endParaRPr lang="en-US" sz="9905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8947" y="7610173"/>
            <a:ext cx="8778455" cy="5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  <a:spcBef>
                <a:spcPct val="0"/>
              </a:spcBef>
            </a:pPr>
            <a:r>
              <a:rPr lang="en-US" sz="331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by Deni Lajor Ramadhan</a:t>
            </a:r>
            <a:endParaRPr lang="en-US" sz="331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36861"/>
            <a:ext cx="13737659" cy="698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5"/>
              </a:lnSpc>
            </a:pPr>
            <a:r>
              <a:rPr lang="en-US" sz="3995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Sistem dirancang untuk memastikan transaksi barang tercatat secara akurat.</a:t>
            </a:r>
            <a:endParaRPr lang="en-US" sz="3995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l">
              <a:lnSpc>
                <a:spcPts val="5595"/>
              </a:lnSpc>
              <a:spcBef>
                <a:spcPct val="0"/>
              </a:spcBef>
            </a:pPr>
            <a:r>
              <a:rPr lang="en-US" sz="3995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</a:t>
            </a:r>
            <a:r>
              <a:rPr lang="en-US" sz="3995" u="none" strike="noStrike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engelola transaksi barang Masuk/Keluar dengan alur proses yang sudah ditentukan, user juga dapat melihat jumlah stock yang ada pada sistem ini.</a:t>
            </a:r>
            <a:endParaRPr lang="en-US" sz="3995" u="none" strike="noStrike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l">
              <a:lnSpc>
                <a:spcPts val="5595"/>
              </a:lnSpc>
              <a:spcBef>
                <a:spcPct val="0"/>
              </a:spcBef>
            </a:pPr>
          </a:p>
          <a:p>
            <a:pPr marL="0" lvl="0" indent="0" algn="l">
              <a:lnSpc>
                <a:spcPts val="5595"/>
              </a:lnSpc>
              <a:spcBef>
                <a:spcPct val="0"/>
              </a:spcBef>
            </a:pPr>
            <a:r>
              <a:rPr lang="en-US" sz="3995" u="none" strike="noStrike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Selanjutnya sistem ini juga menyediakan Approval Admin dan Memberikan notifikasi otomatis  pada Email dan Telegram agar mempercepat penyampaian informasi kepada user</a:t>
            </a:r>
            <a:endParaRPr lang="en-US" sz="3995" u="none" strike="noStrike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5694" y="147241"/>
            <a:ext cx="8397219" cy="125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5"/>
              </a:lnSpc>
              <a:spcBef>
                <a:spcPct val="0"/>
              </a:spcBef>
            </a:pPr>
            <a:r>
              <a:rPr lang="en-US" sz="734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Tujuan Sistem</a:t>
            </a:r>
            <a:endParaRPr lang="en-US" sz="734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905080" y="-4731243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2211415" y="-1174265"/>
            <a:ext cx="6076585" cy="11746397"/>
            <a:chOff x="0" y="0"/>
            <a:chExt cx="1600417" cy="30937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0417" cy="3093701"/>
            </a:xfrm>
            <a:custGeom>
              <a:avLst/>
              <a:gdLst/>
              <a:ahLst/>
              <a:cxnLst/>
              <a:rect l="l" t="t" r="r" b="b"/>
              <a:pathLst>
                <a:path w="1600417" h="3093701">
                  <a:moveTo>
                    <a:pt x="0" y="0"/>
                  </a:moveTo>
                  <a:lnTo>
                    <a:pt x="1600417" y="0"/>
                  </a:lnTo>
                  <a:lnTo>
                    <a:pt x="1600417" y="3093701"/>
                  </a:lnTo>
                  <a:lnTo>
                    <a:pt x="0" y="30937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00417" cy="3141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1734526">
            <a:off x="-3257078" y="7773230"/>
            <a:ext cx="7347813" cy="7366228"/>
          </a:xfrm>
          <a:custGeom>
            <a:avLst/>
            <a:gdLst/>
            <a:ahLst/>
            <a:cxnLst/>
            <a:rect l="l" t="t" r="r" b="b"/>
            <a:pathLst>
              <a:path w="7347813" h="7366228">
                <a:moveTo>
                  <a:pt x="0" y="0"/>
                </a:moveTo>
                <a:lnTo>
                  <a:pt x="7347812" y="0"/>
                </a:lnTo>
                <a:lnTo>
                  <a:pt x="7347812" y="7366229"/>
                </a:lnTo>
                <a:lnTo>
                  <a:pt x="0" y="73662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6828" y="204314"/>
            <a:ext cx="5926983" cy="91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5"/>
              </a:lnSpc>
              <a:spcBef>
                <a:spcPct val="0"/>
              </a:spcBef>
            </a:pPr>
            <a:r>
              <a:rPr lang="en-US" sz="592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Flowchart</a:t>
            </a:r>
            <a:endParaRPr lang="en-US" sz="592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6828" y="2084540"/>
            <a:ext cx="8066871" cy="704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1. Start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Proses dimulai ketika user membuka aplikasi.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2. User Login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User memasukkan username &amp; password.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Cek Berhasil Login?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Jika Tidak → sistem menampilkan Pesan Error, lalu kembali ke proses login.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Jika Ya → masuk ke Dashboard.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3. Dashboard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Di dalam dashboard terdapat dua role: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USER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ADMIN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Masing-masing memiliki alur proses berbeda.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4. Alur USER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User masuk ke fitur transaksi barang.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User menginput transaksi Barang Masuk/Keluar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5. Simpan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Data transaksi disimpan sementara belum final, masuk ke status Menunggu Approval Admin.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211415" y="66871"/>
            <a:ext cx="6076585" cy="10287000"/>
          </a:xfrm>
          <a:custGeom>
            <a:avLst/>
            <a:gdLst/>
            <a:ahLst/>
            <a:cxnLst/>
            <a:rect l="l" t="t" r="r" b="b"/>
            <a:pathLst>
              <a:path w="6076585" h="10287000">
                <a:moveTo>
                  <a:pt x="0" y="0"/>
                </a:moveTo>
                <a:lnTo>
                  <a:pt x="6076585" y="0"/>
                </a:lnTo>
                <a:lnTo>
                  <a:pt x="60765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8" r="-198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0714" y="1522491"/>
            <a:ext cx="2459098" cy="60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0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Flow User</a:t>
            </a:r>
            <a:endParaRPr lang="en-US" sz="40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905080" y="-4731243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2211415" y="-1151974"/>
            <a:ext cx="6076585" cy="11746397"/>
            <a:chOff x="0" y="0"/>
            <a:chExt cx="1600417" cy="30937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0417" cy="3093701"/>
            </a:xfrm>
            <a:custGeom>
              <a:avLst/>
              <a:gdLst/>
              <a:ahLst/>
              <a:cxnLst/>
              <a:rect l="l" t="t" r="r" b="b"/>
              <a:pathLst>
                <a:path w="1600417" h="3093701">
                  <a:moveTo>
                    <a:pt x="0" y="0"/>
                  </a:moveTo>
                  <a:lnTo>
                    <a:pt x="1600417" y="0"/>
                  </a:lnTo>
                  <a:lnTo>
                    <a:pt x="1600417" y="3093701"/>
                  </a:lnTo>
                  <a:lnTo>
                    <a:pt x="0" y="30937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00417" cy="3141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1734526">
            <a:off x="-3257078" y="7773230"/>
            <a:ext cx="7347813" cy="7366228"/>
          </a:xfrm>
          <a:custGeom>
            <a:avLst/>
            <a:gdLst/>
            <a:ahLst/>
            <a:cxnLst/>
            <a:rect l="l" t="t" r="r" b="b"/>
            <a:pathLst>
              <a:path w="7347813" h="7366228">
                <a:moveTo>
                  <a:pt x="0" y="0"/>
                </a:moveTo>
                <a:lnTo>
                  <a:pt x="7347812" y="0"/>
                </a:lnTo>
                <a:lnTo>
                  <a:pt x="7347812" y="7366229"/>
                </a:lnTo>
                <a:lnTo>
                  <a:pt x="0" y="73662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1940" y="-19050"/>
            <a:ext cx="5926983" cy="91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5"/>
              </a:lnSpc>
              <a:spcBef>
                <a:spcPct val="0"/>
              </a:spcBef>
            </a:pPr>
            <a:r>
              <a:rPr lang="en-US" sz="592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Flowchart</a:t>
            </a:r>
            <a:endParaRPr lang="en-US" sz="592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017" y="1229746"/>
            <a:ext cx="12133398" cy="901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1. Start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Proses dimulai ketika user membuka aplikasi.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2. User Login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Admin memasukkan username &amp; password.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Cek Berhasil Login?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Jika Tidak → sistem menampilkan Pesan Error, lalu kembali ke proses login.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Jika Ya → masuk ke Dashboard.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3. Dashboard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Di dalam dashboard terdapat dua role: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USER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ADMIN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Masing-masing memiliki alur proses berbeda.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4. Alur ADMIN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Admin mengakses daftar transaksi yang butuh persetujuan.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Admin melihat list transaksi yang diajukan user.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5. Keputusan: Approve / Tolak?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Jika No (Tidak di-approve)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Proses selesai (kembali ke daftar permintaan).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Jika Yes (Di-approve)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</a:t>
            </a:r>
            <a:r>
              <a:rPr lang="en-US" sz="2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Sistem menyimpan transaksi tersebut ke Database kemudian Stock Otomatis Berkurang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930"/>
              </a:lnSpc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6. Notifikasi Email &amp; Telegram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2120" lvl="1" indent="-226060" algn="l">
              <a:lnSpc>
                <a:spcPts val="2930"/>
              </a:lnSpc>
              <a:buFont typeface="Arial" panose="020B0604020202020204"/>
              <a:buChar char="•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Setelah transaksi di-approve: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904240" lvl="2" indent="-301625" algn="l">
              <a:lnSpc>
                <a:spcPts val="2930"/>
              </a:lnSpc>
              <a:buFont typeface="Arial" panose="020B0604020202020204"/>
              <a:buChar char="⚬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Sistem mengirim notifikasi ke email pengguna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904240" lvl="2" indent="-301625" algn="l">
              <a:lnSpc>
                <a:spcPts val="2930"/>
              </a:lnSpc>
              <a:buFont typeface="Arial" panose="020B0604020202020204"/>
              <a:buChar char="⚬"/>
            </a:pPr>
            <a:r>
              <a:rPr lang="en-US" sz="209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Sistem juga mengirim notifikasi ke Telegram</a:t>
            </a:r>
            <a:endParaRPr lang="en-US" sz="2095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211415" y="0"/>
            <a:ext cx="6076585" cy="10287000"/>
          </a:xfrm>
          <a:custGeom>
            <a:avLst/>
            <a:gdLst/>
            <a:ahLst/>
            <a:cxnLst/>
            <a:rect l="l" t="t" r="r" b="b"/>
            <a:pathLst>
              <a:path w="6076585" h="10287000">
                <a:moveTo>
                  <a:pt x="0" y="0"/>
                </a:moveTo>
                <a:lnTo>
                  <a:pt x="6076585" y="0"/>
                </a:lnTo>
                <a:lnTo>
                  <a:pt x="60765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8" r="-198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19039" y="791521"/>
            <a:ext cx="2788740" cy="4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Flow Admin</a:t>
            </a:r>
            <a:endParaRPr lang="en-US" sz="30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60450"/>
            <a:chOff x="0" y="0"/>
            <a:chExt cx="9414331" cy="545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545900"/>
            </a:xfrm>
            <a:custGeom>
              <a:avLst/>
              <a:gdLst/>
              <a:ahLst/>
              <a:cxnLst/>
              <a:rect l="l" t="t" r="r" b="b"/>
              <a:pathLst>
                <a:path w="9414331" h="545900">
                  <a:moveTo>
                    <a:pt x="0" y="0"/>
                  </a:moveTo>
                  <a:lnTo>
                    <a:pt x="9414331" y="0"/>
                  </a:lnTo>
                  <a:lnTo>
                    <a:pt x="9414331" y="545900"/>
                  </a:lnTo>
                  <a:lnTo>
                    <a:pt x="0" y="545900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584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600200" y="1068070"/>
            <a:ext cx="15426055" cy="9676130"/>
          </a:xfrm>
          <a:custGeom>
            <a:avLst/>
            <a:gdLst/>
            <a:ahLst/>
            <a:cxnLst/>
            <a:rect l="l" t="t" r="r" b="b"/>
            <a:pathLst>
              <a:path w="15048775" h="9258300">
                <a:moveTo>
                  <a:pt x="0" y="0"/>
                </a:moveTo>
                <a:lnTo>
                  <a:pt x="15048775" y="0"/>
                </a:lnTo>
                <a:lnTo>
                  <a:pt x="1504877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745" b="-1125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1644" y="-133350"/>
            <a:ext cx="1735799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00"/>
              </a:lnSpc>
              <a:spcBef>
                <a:spcPct val="0"/>
              </a:spcBef>
            </a:pPr>
            <a:r>
              <a:rPr lang="en-US" sz="7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ERD (Entity Relationship Diagram</a:t>
            </a:r>
            <a:endParaRPr lang="en-US" sz="7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905080" y="-4731243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34526">
            <a:off x="-3257078" y="7773230"/>
            <a:ext cx="7347813" cy="7366228"/>
          </a:xfrm>
          <a:custGeom>
            <a:avLst/>
            <a:gdLst/>
            <a:ahLst/>
            <a:cxnLst/>
            <a:rect l="l" t="t" r="r" b="b"/>
            <a:pathLst>
              <a:path w="7347813" h="7366228">
                <a:moveTo>
                  <a:pt x="0" y="0"/>
                </a:moveTo>
                <a:lnTo>
                  <a:pt x="7347812" y="0"/>
                </a:lnTo>
                <a:lnTo>
                  <a:pt x="7347812" y="7366229"/>
                </a:lnTo>
                <a:lnTo>
                  <a:pt x="0" y="73662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17977" y="1157413"/>
            <a:ext cx="5416984" cy="3856657"/>
          </a:xfrm>
          <a:custGeom>
            <a:avLst/>
            <a:gdLst/>
            <a:ahLst/>
            <a:cxnLst/>
            <a:rect l="l" t="t" r="r" b="b"/>
            <a:pathLst>
              <a:path w="5416984" h="3856657">
                <a:moveTo>
                  <a:pt x="0" y="0"/>
                </a:moveTo>
                <a:lnTo>
                  <a:pt x="5416984" y="0"/>
                </a:lnTo>
                <a:lnTo>
                  <a:pt x="5416984" y="3856657"/>
                </a:lnTo>
                <a:lnTo>
                  <a:pt x="0" y="3856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557" y="2559647"/>
            <a:ext cx="1232666" cy="1052190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8870901" y="1157413"/>
            <a:ext cx="6682721" cy="3856657"/>
          </a:xfrm>
          <a:custGeom>
            <a:avLst/>
            <a:gdLst/>
            <a:ahLst/>
            <a:cxnLst/>
            <a:rect l="l" t="t" r="r" b="b"/>
            <a:pathLst>
              <a:path w="6682721" h="3856657">
                <a:moveTo>
                  <a:pt x="0" y="0"/>
                </a:moveTo>
                <a:lnTo>
                  <a:pt x="6682721" y="0"/>
                </a:lnTo>
                <a:lnTo>
                  <a:pt x="6682721" y="3856657"/>
                </a:lnTo>
                <a:lnTo>
                  <a:pt x="0" y="385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1" r="-2331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8449" y="5892102"/>
            <a:ext cx="7789596" cy="3865587"/>
          </a:xfrm>
          <a:custGeom>
            <a:avLst/>
            <a:gdLst/>
            <a:ahLst/>
            <a:cxnLst/>
            <a:rect l="l" t="t" r="r" b="b"/>
            <a:pathLst>
              <a:path w="7789596" h="3865587">
                <a:moveTo>
                  <a:pt x="0" y="0"/>
                </a:moveTo>
                <a:lnTo>
                  <a:pt x="7789596" y="0"/>
                </a:lnTo>
                <a:lnTo>
                  <a:pt x="7789596" y="3865587"/>
                </a:lnTo>
                <a:lnTo>
                  <a:pt x="0" y="3865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706" y="7298800"/>
            <a:ext cx="1232666" cy="1052190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9770032" y="5892102"/>
            <a:ext cx="8138078" cy="3865587"/>
          </a:xfrm>
          <a:custGeom>
            <a:avLst/>
            <a:gdLst/>
            <a:ahLst/>
            <a:cxnLst/>
            <a:rect l="l" t="t" r="r" b="b"/>
            <a:pathLst>
              <a:path w="8138078" h="3865587">
                <a:moveTo>
                  <a:pt x="0" y="0"/>
                </a:moveTo>
                <a:lnTo>
                  <a:pt x="8138078" y="0"/>
                </a:lnTo>
                <a:lnTo>
                  <a:pt x="8138078" y="3865587"/>
                </a:lnTo>
                <a:lnTo>
                  <a:pt x="0" y="3865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36915" y="487432"/>
            <a:ext cx="1179108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Login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093308" y="487432"/>
            <a:ext cx="2237907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Dashboard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477870" y="5339689"/>
            <a:ext cx="3530755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Transaksi (User)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173824" y="5339689"/>
            <a:ext cx="5330495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Tambah Transaksi (User)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pic>
        <p:nvPicPr>
          <p:cNvPr id="14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7" y="7298652"/>
            <a:ext cx="1232666" cy="1052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4905080" y="-4731243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34526">
            <a:off x="-3257078" y="7773230"/>
            <a:ext cx="7347813" cy="7366228"/>
          </a:xfrm>
          <a:custGeom>
            <a:avLst/>
            <a:gdLst/>
            <a:ahLst/>
            <a:cxnLst/>
            <a:rect l="l" t="t" r="r" b="b"/>
            <a:pathLst>
              <a:path w="7347813" h="7366228">
                <a:moveTo>
                  <a:pt x="0" y="0"/>
                </a:moveTo>
                <a:lnTo>
                  <a:pt x="7347812" y="0"/>
                </a:lnTo>
                <a:lnTo>
                  <a:pt x="7347812" y="7366229"/>
                </a:lnTo>
                <a:lnTo>
                  <a:pt x="0" y="73662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197" y="2940076"/>
            <a:ext cx="8347304" cy="4020506"/>
          </a:xfrm>
          <a:custGeom>
            <a:avLst/>
            <a:gdLst/>
            <a:ahLst/>
            <a:cxnLst/>
            <a:rect l="l" t="t" r="r" b="b"/>
            <a:pathLst>
              <a:path w="8347304" h="4020506">
                <a:moveTo>
                  <a:pt x="0" y="0"/>
                </a:moveTo>
                <a:lnTo>
                  <a:pt x="8347304" y="0"/>
                </a:lnTo>
                <a:lnTo>
                  <a:pt x="8347304" y="4020506"/>
                </a:lnTo>
                <a:lnTo>
                  <a:pt x="0" y="4020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1" r="-747" b="-331"/>
            </a:stretch>
          </a:blip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779" y="1350595"/>
            <a:ext cx="1232666" cy="1052190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1119294" y="619737"/>
            <a:ext cx="4289140" cy="4640677"/>
          </a:xfrm>
          <a:custGeom>
            <a:avLst/>
            <a:gdLst/>
            <a:ahLst/>
            <a:cxnLst/>
            <a:rect l="l" t="t" r="r" b="b"/>
            <a:pathLst>
              <a:path w="4289140" h="4640677">
                <a:moveTo>
                  <a:pt x="0" y="0"/>
                </a:moveTo>
                <a:lnTo>
                  <a:pt x="4289140" y="0"/>
                </a:lnTo>
                <a:lnTo>
                  <a:pt x="4289140" y="4640677"/>
                </a:lnTo>
                <a:lnTo>
                  <a:pt x="0" y="4640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909" b="-74556"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779" y="7588321"/>
            <a:ext cx="1232666" cy="1052190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10045966" y="5918886"/>
            <a:ext cx="7925059" cy="4140843"/>
          </a:xfrm>
          <a:custGeom>
            <a:avLst/>
            <a:gdLst/>
            <a:ahLst/>
            <a:cxnLst/>
            <a:rect l="l" t="t" r="r" b="b"/>
            <a:pathLst>
              <a:path w="7925059" h="4140843">
                <a:moveTo>
                  <a:pt x="0" y="0"/>
                </a:moveTo>
                <a:lnTo>
                  <a:pt x="7925059" y="0"/>
                </a:lnTo>
                <a:lnTo>
                  <a:pt x="7925059" y="4140843"/>
                </a:lnTo>
                <a:lnTo>
                  <a:pt x="0" y="4140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33289" y="2281013"/>
            <a:ext cx="4400084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Transaksi ( Admin)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12723" y="-19050"/>
            <a:ext cx="7933128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Approve ( Notifikasi Email &amp; Telegram)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4360" y="5366473"/>
            <a:ext cx="1268270" cy="5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Email</a:t>
            </a:r>
            <a:endParaRPr lang="en-US" sz="3500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2023" y="4632952"/>
            <a:ext cx="6423955" cy="10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90"/>
              </a:lnSpc>
              <a:spcBef>
                <a:spcPct val="0"/>
              </a:spcBef>
            </a:pPr>
            <a:r>
              <a:rPr lang="en-US" sz="6575" b="1">
                <a:solidFill>
                  <a:srgbClr val="F4F6FC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Terima Kasih . . .</a:t>
            </a:r>
            <a:endParaRPr lang="en-US" sz="6575" b="1">
              <a:solidFill>
                <a:srgbClr val="F4F6FC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WPS Presentation</Application>
  <PresentationFormat>On-screen Show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Montserrat Bold</vt:lpstr>
      <vt:lpstr>Montserrat</vt:lpstr>
      <vt:lpstr>Roboto Bold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Arowwai</dc:title>
  <dc:creator/>
  <cp:lastModifiedBy>Deny Lazor</cp:lastModifiedBy>
  <cp:revision>4</cp:revision>
  <dcterms:created xsi:type="dcterms:W3CDTF">2006-08-16T00:00:00Z</dcterms:created>
  <dcterms:modified xsi:type="dcterms:W3CDTF">2025-11-17T06:49:02Z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C7BF1A9BABF746AD8916542EF56EB219_12</vt:lpwstr>
  </property>
  <property fmtid="{D5CDD505-2E9C-101B-9397-08002B2CF9AE}" pid="3" name="KSOProductBuildVer">
    <vt:lpwstr>1033-12.2.0.23155</vt:lpwstr>
  </property>
</Properties>
</file>